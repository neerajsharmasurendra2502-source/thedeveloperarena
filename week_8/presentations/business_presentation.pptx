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ACAEB"/>
                </a:solidFill>
              </a:rPr>
              <a:t>WEEK 8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Customer Churn</a:t>
            </a:r>
          </a:p>
          <a:p>
            <a:r>
              <a:rPr sz="360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404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2DEEE"/>
                </a:solidFill>
              </a:rPr>
              <a:t>Real-world business analysis | The Developers Arena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ACAEB"/>
                </a:solidFill>
              </a:rPr>
              <a:t>Dataset: 500 customer records | 9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Customer churn occurs when customers stop using a company's product or service.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The business needs to understand which customer groups are more likely to leave.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The goal is to turn customer data into practical, measurable retention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Measure the overall churn rate and retention level.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Compare churn across available contract and payment segments.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Explore tenure, monthly charges and other numerical attributes.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Communicate evidence-based recommendations and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Rows: 500 | Columns: 9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Source: customer_churn.csv supplied with the internship task.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Preserve the raw file and perform analysis on a separate cleaned copy.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Confirm field definitions and business context with the data owner.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Quality &amp;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Missing cells detected: 0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Duplicate rows detected: 0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Inspect data types, unique values, ranges and category labels.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Document any cleaning or imputation; do not silently alter source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Exploratory Analysis: 01 churn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Exploratory Analysis: 02 churn by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Exploratory Analysis: 03 churn by payment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churn_by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Exploratory Analysis: 04 monthly charges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monthly_charg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Exploratory Analysis: 05 tenure by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tenure_by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Analytical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Descriptive statistics: counts, averages, medians, ranges and churn rate.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Segmentation analysis: compare churn rates across customer groups.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Relationship analysis: examine associations between numerical variables.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Optional predictive baseline: logistic regression with stratified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Use a train/test split with stratification to preserve class proportions.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Report precision, recall, F1-score and confusion matrix.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Accuracy alone can hide poor detection of the smaller churn class.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Choose a decision threshold based on business costs and capacity.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Prioritise customer segments with higher observed churn for targeted outreach.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Review onboarding and early-tenure customer experience.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Investigate contract and payment friction before offering incentives.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Run controlled retention pilots and measure incremental impact.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1. Establish a baseline churn metric and reporting cadence.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2. Select one high-risk segment and design a focused intervention.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3. Compare a treatment group with a suitable control group.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4. Measure retention lift, campaign cost and customer response.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5. Scale only interventions that demonstrate positive impact.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This dataset is a limited sample and may not represent the full customer base.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Observed relationships do not prove that a factor causes churn.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Additional data could include support contacts, satisfaction and acquisition channel.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Validate patterns with more periods of data and controlled experiments.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08760"/>
            <a:ext cx="1005840" cy="54864"/>
          </a:xfrm>
          <a:prstGeom prst="rect">
            <a:avLst/>
          </a:prstGeom>
          <a:solidFill>
            <a:srgbClr val="286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The project demonstrates an end-to-end data analysis workflow.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Descriptive analysis identifies patterns that can guide retention hypotheses.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Business recommendations should be validated through measurable pilots.</a:t>
            </a:r>
          </a:p>
          <a:p>
            <a:pPr>
              <a:spcAft>
                <a:spcPts val="1800"/>
              </a:spcAft>
            </a:pPr>
            <a:r>
              <a:rPr sz="2100">
                <a:solidFill>
                  <a:srgbClr val="FFFFFF"/>
                </a:solidFill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